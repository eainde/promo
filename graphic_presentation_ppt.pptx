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58"/>
  </p:normalViewPr>
  <p:slideViewPr>
    <p:cSldViewPr snapToGrid="0">
      <p:cViewPr varScale="1">
        <p:scale>
          <a:sx n="106" d="100"/>
          <a:sy n="106" d="100"/>
        </p:scale>
        <p:origin x="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AD18-0510-14CD-5726-BF344E32D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69446-6D82-4ACD-CF31-793F61FF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F887D-DCBD-F628-5CEB-2DF35215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03E34-B4D6-6748-B1F2-40D2AE03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C68C-E846-7C96-CBBB-EDA49A32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5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D4AF-6422-837D-EC20-9CF94748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194C4-4BF4-6DF2-7D13-05C0D5936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83A6B-D7CD-F492-343A-A0D263BFE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87957-F8F1-796E-FDBC-96BE22FFE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DC86D-5646-D027-FC3A-9DA11C4B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6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C55E-694A-0610-C23C-AF30AB47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C233D-1814-72F1-8EBA-09399354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9C674-4399-7C84-435C-CE74B2D8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62194-9259-B920-7FDB-BAF8468E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EF52-0A60-1B70-3E40-0EED7B95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5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CD46-AFB1-E2B0-2B5D-F5AD80F6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32A4D-9A09-B03D-61F3-9F56F2E19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66563-7651-2E66-D1DE-A8F0103D8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857A4-7505-26F0-D93D-AAAEF172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7B4E6-1A7B-5627-A50D-943AB4E2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C85-0D8E-1CA2-9EF2-D4595B836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BF08-871A-9A8C-E1F4-2E853BA78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87E2-328E-92FB-5C38-44F6114E9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F129F-791B-86A8-A0CB-4B48231F3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3FA5A-2BD9-69DB-7E15-1123C7EA1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8250F-64C6-EABF-D627-0D5F10048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2C018-7B38-10CC-FA7A-8D62644A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6CC11-4621-05B0-B792-736D214A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2A69E3-9C01-7D09-7588-58742DFA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2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13E0-651B-F892-B7ED-036D3CA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8679D-9CF9-08CC-4003-939BF180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E94C3-21FF-CE38-0B26-EB78F230F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2E98F-BCA6-A21C-F2EC-43D1CB15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2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0CA60-7EC0-B1E3-8E96-57A09F1E4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C99A7-F08B-B98C-9635-AD402649A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C9E56-5F62-BF15-9479-6D846244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D9F3-D256-F741-8946-66DC427C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5EFF-EF16-27F5-346C-1C9241DEE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59E52-D9E6-073B-ED9A-1ED667E6F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9243E-5C1A-31A4-F87B-438CB34D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911DA-7218-9452-94A2-AAF6D7EF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975F9-374A-1D7F-CF8D-1C5AE1C6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5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49DE-A65A-B523-C245-27234AC6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90321-EABD-3877-7AEE-020707BB0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49B0F-A2FD-B2AA-A57F-0445A37CE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D31EC-FB77-1A97-6589-DD36E7944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60410-0AFB-EFB1-7F92-FFC2E57F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5C17B-5B20-B207-1C92-F5B1BDC5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22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BD6B-F83B-87DB-4E39-8CD28A36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DAEB3-768E-E62E-347F-1C8044D7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BD18-9DCB-0527-B16B-54366790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F2E6E-B3B9-BE8F-AAB0-FD2ADBAC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6212-D2D6-6B29-AB83-FCB86C7F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1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B5B2EE-0D3D-EF00-49AC-9ACF102E6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30290-FAE0-1428-2E05-EBE4E3FFD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C9E82-2664-EBA5-F250-74B3C366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54F9-1C44-9963-012A-82C06788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1238E-1078-6B7F-A26E-922F3597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2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8194B-48D0-1BF6-A607-19C20098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A7A64-4446-C4A7-AB00-E4E40C42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5D32B-D583-3189-1AB5-206E199F8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9E085-BAFA-5A4C-9CB9-1EEFAA054492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E33CF-0C51-18ED-4C5B-08708061E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FB6C5-B291-0771-233B-F01BD203D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46F1E-4F33-8A4F-82FA-C0CE4F9A4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6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41A3-8638-39FD-4622-E47DBF520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6914A-0046-4B3F-0AB1-8651EE2F78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C4D70-DF58-8787-7BE7-58CFA7778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3619-6FC0-F277-B22C-3B8C8717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F70B7F-69DD-B33A-EDC7-6EDBDDEAA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071E-F7C3-B1EA-145F-F272C63A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C3E754-5699-E362-4C7C-67EC47FFC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0" y="-76200"/>
            <a:ext cx="124206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4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9620-2A6F-14AB-CF1E-974E0386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F879D-9A54-3E5F-A390-9750367B3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6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76CD-C4AF-F5A9-328D-B7F5AEAB5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F45FA3-EE86-CB38-EE3C-86019EE9B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1730710-8A1D-9AE3-CD6F-40BB7185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4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7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68D2-3E4C-08D2-7E39-ACD9760F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BFD2C7-67E5-CEFE-0493-3249D10AB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0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4C33-9394-0B3E-8147-E9854C3B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0666F-4D63-D874-0822-492514FAB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7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10233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Dipta</dc:creator>
  <cp:lastModifiedBy>Akshay Dipta</cp:lastModifiedBy>
  <cp:revision>2</cp:revision>
  <dcterms:created xsi:type="dcterms:W3CDTF">2026-04-04T12:13:54Z</dcterms:created>
  <dcterms:modified xsi:type="dcterms:W3CDTF">2026-05-10T15:56:29Z</dcterms:modified>
</cp:coreProperties>
</file>